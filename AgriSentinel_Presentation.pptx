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1097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FERMA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STRĂJER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AgriSentinel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Honeywell Hackathon Team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8229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Cyber-Secure Environmental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for Livestock Facilities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749040" y="2286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sensing. Hazard prevention. OT cyber-defense.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Arduino UNO R3 + Bitmi 10171 kit.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342900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pigs lost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Suceava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342900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€5–6M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342900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€665M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farm-mod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opening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Creativity · Functionality · Practicality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Europe's Most Unprotected Building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64008" cy="1371600"/>
          </a:xfrm>
          <a:prstGeom prst="rect">
            <a:avLst/>
          </a:prstGeom>
          <a:solidFill>
            <a:srgbClr val="F4A2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2025, Suceava: manure gas accumulated + one faulty wire = explosion.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pigs dead. €5–6 million in losses. Another Romanian farm burned last week.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put a sensor there because nobody thought a farm was critical infrastructure.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 Gas Explosion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accumulates in sealed pits. One spark triggers catastrophic ignition.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30632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3108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47288" y="3566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Death of Flock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40050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sealed poultry hall kills a flock in ~3 hours without ventilation.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30632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3108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45936" y="3566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Cyber Attack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40050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already hit JBS ($11M) and stopped tractors at planting season.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AgriSentinel — Four-Zone Smart Facility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MANURE PIT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 Gas Sensor  ·  Water Level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Methane accumulation → explosion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🐔  POULTRY HALL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Air Quality (NH₃)  ·  DHT11 Temp &amp; Humidity  ·  Sound Sensor (distress)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441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Ammonia + heat death + flock panic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FEED STORE &amp; PERIMETER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 ·  Flame Sensor (KY-026)  ·  Tilt Sensor (KY-020)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Intruder, fire, tamper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CONTROL ROOM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Relay → ventilation motor  ·  LCD 1602 display  ·  Multi-LED + buzzer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224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Authenticated actuator control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Sensor Doing Its Datasheet Job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 is stretched into an implausible role — each is deployed for its rated purpose.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8412480" cy="32004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7720" y="1682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BELONGS HERE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33832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 Gas Sensor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066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/ natural gas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066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 Pit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066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 cites manure storage as primary use 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8412480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Air Quality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(NH₃)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4323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Hall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listed on MQ135 sensitivity curve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61488"/>
            <a:ext cx="8412480" cy="33832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 &amp; Humidity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death threshold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7980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Hall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from veterinary literature on heat stress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8412480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Sensor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Drinker line failure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1638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Hall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 onset before mortality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8412480" cy="33832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Sensor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3529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 distress vocals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Hall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abnormal flock vocalizations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8412480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KY-026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23160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ignition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3895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3895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IR-based open flame detection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8412480" cy="33832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2316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intrusion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17720" y="4261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layer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590288"/>
            <a:ext cx="8412480" cy="3383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626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Sensor KY-020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42316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tamper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17720" y="4626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physical interference with the node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Demo with a Body 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E4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Attacker sends spoofed "FANS OFF" packet to the Arduino node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963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authentication token attached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Command arrives at actuator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021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Without defense: fans stop → hall temperature spikes → flock dead in ~3 hours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OUR DEFENSE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packet missing valid session token → command blocked before actuator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timestamped on LCD 1602 with packet origin — audit trail created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buzzer fires + red LED — local operator alert within 1 second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968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4242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command from authenticated interface executes normally — fan restarts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Authentication &amp; Access Control  ·  Resilience Against Tampering  ·  Device Hardening  ·  Audit Logging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Mandatory Box — Checked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44475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INPUT SOURCES (min 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920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MQ4 — methane gas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22951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MQ135 — ammonia/air 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670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DHT11 — temperature &amp; humidity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30449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Water level sensor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34198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Sound sensor — distress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Motion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6966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Flame sensor KY-026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4544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Tilt sensor KY-020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input sensors deployed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0128" y="132588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144475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 TYPES (min 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9856" y="1920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5V relay → DC fan motor (ventilation)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22951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RGB + multi-color LEDs (zone status)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9856" y="2670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+ passive buzzers (alarm tiers)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9856" y="30449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LCD 1602 (live readings + logs)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9856" y="34198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7-segment display (numeric readout)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9856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Stepper motor (optional actuator)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4572000"/>
            <a:ext cx="2743200" cy="274320"/>
          </a:xfrm>
          <a:prstGeom prst="rect">
            <a:avLst/>
          </a:prstGeom>
          <a:solidFill>
            <a:srgbClr val="F4A226"/>
          </a:solidFill>
          <a:ln/>
        </p:spPr>
      </p:sp>
      <p:sp>
        <p:nvSpPr>
          <p:cNvPr id="25" name="Text 23"/>
          <p:cNvSpPr/>
          <p:nvPr/>
        </p:nvSpPr>
        <p:spPr>
          <a:xfrm>
            <a:off x="3355848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distinct output mechanisms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132588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44475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CYBER ENHANCEMENTS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1920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Token-based command authentication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22951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Actuator gate — no token, no 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2670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Tamper detection via tilt sensor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64224" y="30449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Timestamped audit log on LCD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64224" y="34198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Motion-triggered physical intrusion alert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3794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demo: spoofed cmd REJECTED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4572000"/>
            <a:ext cx="2743200" cy="274320"/>
          </a:xfrm>
          <a:prstGeom prst="rect">
            <a:avLst/>
          </a:prstGeom>
          <a:solidFill>
            <a:srgbClr val="3DB87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4590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OT security model demonstrated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AgriSentinel Wins on All Four Axes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4069080" cy="1581912"/>
          </a:xfrm>
          <a:prstGeom prst="roundRect">
            <a:avLst>
              <a:gd name="adj" fmla="val 4624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928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project to apply OT cybersecurity logic — the threat model of power plants and pipelines — to a livestock facility. Sound-sensor flock distress detection is a research-stage technique not yet in commercial products.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127248"/>
            <a:ext cx="4069080" cy="1581912"/>
          </a:xfrm>
          <a:prstGeom prst="roundRect">
            <a:avLst>
              <a:gd name="adj" fmla="val 4624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369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CREATIVITY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63016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Four-zone narrative turns a breadboard into a building. The cyber demo has a villain, a consequence, and a visible rejection. The name Străjer (Romanian for guardian) grounds the pitch in real EU policy context.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89888"/>
            <a:ext cx="4069080" cy="1581912"/>
          </a:xfrm>
          <a:prstGeom prst="roundRect">
            <a:avLst>
              <a:gd name="adj" fmla="val 4624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99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FUNCTIONALITY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8928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input sensors, 6 output mechanisms, full OT authentication layer with live spoofing demo. Every component in the Bitmi 10171 kit is deployed for a documented agronomic or security purpose.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27248"/>
            <a:ext cx="4069080" cy="1581912"/>
          </a:xfrm>
          <a:prstGeom prst="roundRect">
            <a:avLst>
              <a:gd name="adj" fmla="val 4624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369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PRACTICALITY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63016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⅓ of all EU farms are in Romania. €665M in farm-modernization grants opening in months (AFIR). Hardware BOM under €40. A farm operator can mount this system in one 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Not a Coincidence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EU farms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 Romania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€665M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farm-modernization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opening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81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JBS in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— farming IS a 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82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 precision livestock technology grants open in months. AgriSentinel maps directly onto the eligible category — IoT-based environmental monitoring for animal welfare and facility safety.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063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182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Is Real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47288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JBS ($11M ransom, 2021), tractor shutdowns at planting season — agri-OT is already under attack. No farm in Romania runs dedicated OT security. This is the gap.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3DB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18211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Sub-€40 hardware BOM in production quantities. One-day installation. No cloud dependency. The system runs standalone on Arduino, making it deployable in rural areas with poor connectivity.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Minute Presentation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01168" cy="20116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5" name="Shape 3"/>
          <p:cNvSpPr/>
          <p:nvPr/>
        </p:nvSpPr>
        <p:spPr>
          <a:xfrm>
            <a:off x="461772" y="1618488"/>
            <a:ext cx="0" cy="448056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62456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1344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Suceava explosion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5,000 pigs. €5–6M. No preamble — let the numbers land.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201168" cy="20116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" y="2231136"/>
            <a:ext cx="0" cy="448056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975104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9842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1956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walkthrough — four zones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212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hall, manure pit, feed store, control room. Each zone, its sensor, its threat.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201168" cy="20116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" y="2843784"/>
            <a:ext cx="0" cy="448056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587752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596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2569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demo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2825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 triggers alarm cascade: LEDs, buzzer, LCD alert, relay-actuated fan response.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55264"/>
            <a:ext cx="201168" cy="201168"/>
          </a:xfrm>
          <a:prstGeom prst="ellipse">
            <a:avLst/>
          </a:prstGeom>
          <a:solidFill>
            <a:srgbClr val="F4A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" y="3456432"/>
            <a:ext cx="0" cy="448056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20040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2095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3182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demo — spoofed command rejected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3438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"FANS OFF" packet arrives without token → REJECTED, LOGGED, alarmed. Legitimate command executes.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67912"/>
            <a:ext cx="201168" cy="20116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1772" y="4069080"/>
            <a:ext cx="0" cy="448056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813048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8221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6304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grant context + unit economics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⅓ of EU farms in Romania, €665M grants, sub-€40 BOM, one-day install. Practical, fundable, now.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201168" cy="201168"/>
          </a:xfrm>
          <a:prstGeom prst="ellipse">
            <a:avLst/>
          </a:prstGeom>
          <a:solidFill>
            <a:srgbClr val="2A9D5C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4425696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4348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63040" y="4407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choice, every threshold, every security decision can be justified from datasheet or literature.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FERMA STRĂJER  ·  AgriSentinel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guardian your farm never had.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welfare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prevents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cause of livestock loss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9385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93008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Cyber-hardened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816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OT attack demo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verifiable rejection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A2E42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9385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🇷🇴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45936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Romania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5936" y="2816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⅓ of EU farms here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€665M grants coming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 Hackathon  ·  Arduino UNO R3 CH340 + Bitmi 10171  ·  Innovation · Creativity · Functionality · Practicality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4389120"/>
            <a:ext cx="4572000" cy="594360"/>
          </a:xfrm>
          <a:prstGeom prst="roundRect">
            <a:avLst>
              <a:gd name="adj" fmla="val 9231"/>
            </a:avLst>
          </a:prstGeom>
          <a:solidFill>
            <a:srgbClr val="1A2E42"/>
          </a:solidFill>
          <a:ln w="12700">
            <a:solidFill>
              <a:srgbClr val="F4A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Politehnica București  ·  Facultatea de Automatică și Calculatoare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2026-08-25T11:26:35Z</dcterms:created>
  <dcterms:modified xsi:type="dcterms:W3CDTF">2026-08-25T11:26:35Z</dcterms:modified>
</cp:coreProperties>
</file>